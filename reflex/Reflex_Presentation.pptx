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106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202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REFLEX</a:t>
            </a:r>
          </a:p>
          <a:p>
            <a:pPr algn="ctr">
              <a:defRPr sz="2400"/>
            </a:pPr>
            <a:r>
              <a:t>Delivery Management and Rider Dispatch System</a:t>
            </a:r>
          </a:p>
          <a:p>
            <a:pPr algn="ctr">
              <a:defRPr sz="1800"/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Poor delivery tracking and unclear delivery records</a:t>
            </a:r>
          </a:p>
          <a:p>
            <a:pPr>
              <a:spcAft>
                <a:spcPts val="1000"/>
              </a:spcAft>
              <a:defRPr sz="2000"/>
            </a:pPr>
            <a:r>
              <a:t>Difficulty determining which riders are available</a:t>
            </a:r>
          </a:p>
          <a:p>
            <a:pPr>
              <a:spcAft>
                <a:spcPts val="1000"/>
              </a:spcAft>
              <a:defRPr sz="2000"/>
            </a:pPr>
            <a:r>
              <a:t>Risk of assigning deliveries to busy riders</a:t>
            </a:r>
          </a:p>
          <a:p>
            <a:pPr>
              <a:spcAft>
                <a:spcPts val="1000"/>
              </a:spcAft>
              <a:defRPr sz="2000"/>
            </a:pPr>
            <a:r>
              <a:t>Weak pickup and delivery confirmation</a:t>
            </a:r>
          </a:p>
          <a:p>
            <a:pPr>
              <a:spcAft>
                <a:spcPts val="1000"/>
              </a:spcAft>
              <a:defRPr sz="2000"/>
            </a:pPr>
            <a:r>
              <a:t>Communication gaps and inconsistent delivery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2.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Centralized delivery management</a:t>
            </a:r>
          </a:p>
          <a:p>
            <a:pPr>
              <a:spcAft>
                <a:spcPts val="1000"/>
              </a:spcAft>
              <a:defRPr sz="2000"/>
            </a:pPr>
            <a:r>
              <a:t>Unique delivery code for every delivery</a:t>
            </a:r>
          </a:p>
          <a:p>
            <a:pPr>
              <a:spcAft>
                <a:spcPts val="1000"/>
              </a:spcAft>
              <a:defRPr sz="2000"/>
            </a:pPr>
            <a:r>
              <a:t>System-controlled rider availability</a:t>
            </a:r>
          </a:p>
          <a:p>
            <a:pPr>
              <a:spcAft>
                <a:spcPts val="1000"/>
              </a:spcAft>
              <a:defRPr sz="2000"/>
            </a:pPr>
            <a:r>
              <a:t>Automatic rider assignment</a:t>
            </a:r>
          </a:p>
          <a:p>
            <a:pPr>
              <a:spcAft>
                <a:spcPts val="1000"/>
              </a:spcAft>
              <a:defRPr sz="2000"/>
            </a:pPr>
            <a:r>
              <a:t>Barcode-based pickup verification</a:t>
            </a:r>
          </a:p>
          <a:p>
            <a:pPr>
              <a:spcAft>
                <a:spcPts val="1000"/>
              </a:spcAft>
              <a:defRPr sz="2000"/>
            </a:pPr>
            <a:r>
              <a:t>OTP-based delivery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Dispatcher Dashboard</a:t>
            </a:r>
          </a:p>
          <a:p>
            <a:pPr>
              <a:spcAft>
                <a:spcPts val="1000"/>
              </a:spcAft>
              <a:defRPr sz="2000"/>
            </a:pPr>
            <a:r>
              <a:t>Rider Dashboard</a:t>
            </a:r>
          </a:p>
          <a:p>
            <a:pPr>
              <a:spcAft>
                <a:spcPts val="1000"/>
              </a:spcAft>
              <a:defRPr sz="2000"/>
            </a:pPr>
            <a:r>
              <a:t>Express / Node.js API layer</a:t>
            </a:r>
          </a:p>
          <a:p>
            <a:pPr>
              <a:spcAft>
                <a:spcPts val="1000"/>
              </a:spcAft>
              <a:defRPr sz="2000"/>
            </a:pPr>
            <a:r>
              <a:t>SQLite database</a:t>
            </a:r>
          </a:p>
          <a:p>
            <a:pPr>
              <a:spcAft>
                <a:spcPts val="1000"/>
              </a:spcAft>
              <a:defRPr sz="2000"/>
            </a:pPr>
            <a:r>
              <a:t>HTML / CSS / JavaScript 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4. Delivery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CREATED → ASSIGNED</a:t>
            </a:r>
          </a:p>
          <a:p>
            <a:pPr>
              <a:spcAft>
                <a:spcPts val="1000"/>
              </a:spcAft>
              <a:defRPr sz="2000"/>
            </a:pPr>
            <a:r>
              <a:t>ASSIGNED → PICKED_UP</a:t>
            </a:r>
          </a:p>
          <a:p>
            <a:pPr>
              <a:spcAft>
                <a:spcPts val="1000"/>
              </a:spcAft>
              <a:defRPr sz="2000"/>
            </a:pPr>
            <a:r>
              <a:t>PICKED_UP → OTP VERIFIED</a:t>
            </a:r>
          </a:p>
          <a:p>
            <a:pPr>
              <a:spcAft>
                <a:spcPts val="1000"/>
              </a:spcAft>
              <a:defRPr sz="2000"/>
            </a:pPr>
            <a:r>
              <a:t>OTP VERIFIED → DELIVERED</a:t>
            </a:r>
          </a:p>
          <a:p>
            <a:pPr>
              <a:spcAft>
                <a:spcPts val="1000"/>
              </a:spcAft>
              <a:defRPr sz="2000"/>
            </a:pPr>
            <a:r>
              <a:t>DELIVERED → RIDER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5.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Dispatcher: delivery monitoring and rider assignment</a:t>
            </a:r>
          </a:p>
          <a:p>
            <a:pPr>
              <a:spcAft>
                <a:spcPts val="1000"/>
              </a:spcAft>
              <a:defRPr sz="2000"/>
            </a:pPr>
            <a:r>
              <a:t>Rider: login and assigned-delivery management</a:t>
            </a:r>
          </a:p>
          <a:p>
            <a:pPr>
              <a:spcAft>
                <a:spcPts val="1000"/>
              </a:spcAft>
              <a:defRPr sz="2000"/>
            </a:pPr>
            <a:r>
              <a:t>Barcode: pickup verification</a:t>
            </a:r>
          </a:p>
          <a:p>
            <a:pPr>
              <a:spcAft>
                <a:spcPts val="1000"/>
              </a:spcAft>
              <a:defRPr sz="2000"/>
            </a:pPr>
            <a:r>
              <a:t>OTP: recipient delivery confirmation</a:t>
            </a:r>
          </a:p>
          <a:p>
            <a:pPr>
              <a:spcAft>
                <a:spcPts val="1000"/>
              </a:spcAft>
              <a:defRPr sz="2000"/>
            </a:pPr>
            <a:r>
              <a:t>Automatic release: completed rider becomes available</a:t>
            </a:r>
          </a:p>
          <a:p>
            <a:pPr>
              <a:spcAft>
                <a:spcPts val="1000"/>
              </a:spcAft>
              <a:defRPr sz="2000"/>
            </a:pPr>
            <a:r>
              <a:t>Dashboard: delivery status and rider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6. Business Rules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Busy riders cannot receive another delivery</a:t>
            </a:r>
          </a:p>
          <a:p>
            <a:pPr>
              <a:spcAft>
                <a:spcPts val="1000"/>
              </a:spcAft>
              <a:defRPr sz="2000"/>
            </a:pPr>
            <a:r>
              <a:t>No available rider means delivery remains CREATED</a:t>
            </a:r>
          </a:p>
          <a:p>
            <a:pPr>
              <a:spcAft>
                <a:spcPts val="1000"/>
              </a:spcAft>
              <a:defRPr sz="2000"/>
            </a:pPr>
            <a:r>
              <a:t>Pickup requires correct barcode verification</a:t>
            </a:r>
          </a:p>
          <a:p>
            <a:pPr>
              <a:spcAft>
                <a:spcPts val="1000"/>
              </a:spcAft>
              <a:defRPr sz="2000"/>
            </a:pPr>
            <a:r>
              <a:t>OTP is generated only after pickup</a:t>
            </a:r>
          </a:p>
          <a:p>
            <a:pPr>
              <a:spcAft>
                <a:spcPts val="1000"/>
              </a:spcAft>
              <a:defRPr sz="2000"/>
            </a:pPr>
            <a:r>
              <a:t>Incorrect OTP cannot complete a delivery</a:t>
            </a:r>
          </a:p>
          <a:p>
            <a:pPr>
              <a:spcAft>
                <a:spcPts val="1000"/>
              </a:spcAft>
              <a:defRPr sz="2000"/>
            </a:pPr>
            <a:r>
              <a:t>System remains the main source of truth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7.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Delivery creation tested successfully</a:t>
            </a:r>
          </a:p>
          <a:p>
            <a:pPr>
              <a:spcAft>
                <a:spcPts val="1000"/>
              </a:spcAft>
              <a:defRPr sz="2000"/>
            </a:pPr>
            <a:r>
              <a:t>Automatic assignment tested successfully</a:t>
            </a:r>
          </a:p>
          <a:p>
            <a:pPr>
              <a:spcAft>
                <a:spcPts val="1000"/>
              </a:spcAft>
              <a:defRPr sz="2000"/>
            </a:pPr>
            <a:r>
              <a:t>Barcode pickup tested successfully</a:t>
            </a:r>
          </a:p>
          <a:p>
            <a:pPr>
              <a:spcAft>
                <a:spcPts val="1000"/>
              </a:spcAft>
              <a:defRPr sz="2000"/>
            </a:pPr>
            <a:r>
              <a:t>OTP verification tested successfully</a:t>
            </a:r>
          </a:p>
          <a:p>
            <a:pPr>
              <a:spcAft>
                <a:spcPts val="1000"/>
              </a:spcAft>
              <a:defRPr sz="2000"/>
            </a:pPr>
            <a:r>
              <a:t>Delivery reached DELIVERED successfully</a:t>
            </a:r>
          </a:p>
          <a:p>
            <a:pPr>
              <a:spcAft>
                <a:spcPts val="1000"/>
              </a:spcAft>
              <a:defRPr sz="2000"/>
            </a:pPr>
            <a:r>
              <a:t>Rider automatically returned to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8.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 delivery</a:t>
            </a:r>
          </a:p>
          <a:p>
            <a:pPr>
              <a:spcAft>
                <a:spcPts val="1000"/>
              </a:spcAft>
              <a:defRPr sz="2000"/>
            </a:pPr>
            <a:r>
              <a:t>Show generated delivery code</a:t>
            </a:r>
          </a:p>
          <a:p>
            <a:pPr>
              <a:spcAft>
                <a:spcPts val="1000"/>
              </a:spcAft>
              <a:defRPr sz="2000"/>
            </a:pPr>
            <a:r>
              <a:t>Auto-assign available rider</a:t>
            </a:r>
          </a:p>
          <a:p>
            <a:pPr>
              <a:spcAft>
                <a:spcPts val="1000"/>
              </a:spcAft>
              <a:defRPr sz="2000"/>
            </a:pPr>
            <a:r>
              <a:t>Rider logs in</a:t>
            </a:r>
          </a:p>
          <a:p>
            <a:pPr>
              <a:spcAft>
                <a:spcPts val="1000"/>
              </a:spcAft>
              <a:defRPr sz="2000"/>
            </a:pPr>
            <a:r>
              <a:t>Verify barcode</a:t>
            </a:r>
          </a:p>
          <a:p>
            <a:pPr>
              <a:spcAft>
                <a:spcPts val="1000"/>
              </a:spcAft>
              <a:defRPr sz="2000"/>
            </a:pPr>
            <a:r>
              <a:t>Generate recipient OTP</a:t>
            </a:r>
          </a:p>
          <a:p>
            <a:pPr>
              <a:spcAft>
                <a:spcPts val="1000"/>
              </a:spcAft>
              <a:defRPr sz="2000"/>
            </a:pPr>
            <a:r>
              <a:t>Enter OTP and confirm delivery</a:t>
            </a:r>
          </a:p>
          <a:p>
            <a:pPr>
              <a:spcAft>
                <a:spcPts val="1000"/>
              </a:spcAft>
              <a:defRPr sz="2000"/>
            </a:pPr>
            <a:r>
              <a:t>Show DELIVERED + rider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9. Outcome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End-to-end delivery lifecycle is operational</a:t>
            </a:r>
          </a:p>
          <a:p>
            <a:pPr>
              <a:spcAft>
                <a:spcPts val="1000"/>
              </a:spcAft>
              <a:defRPr sz="2000"/>
            </a:pPr>
            <a:r>
              <a:t>Reliable rider availability tracking</a:t>
            </a:r>
          </a:p>
          <a:p>
            <a:pPr>
              <a:spcAft>
                <a:spcPts val="1000"/>
              </a:spcAft>
              <a:defRPr sz="2000"/>
            </a:pPr>
            <a:r>
              <a:t>Controlled pickup and delivery confirmation</a:t>
            </a:r>
          </a:p>
          <a:p>
            <a:pPr>
              <a:spcAft>
                <a:spcPts val="1000"/>
              </a:spcAft>
              <a:defRPr sz="2000"/>
            </a:pPr>
            <a:r>
              <a:t>Future: SMS/WhatsApp OTP, GPS tracking, customer portal</a:t>
            </a:r>
          </a:p>
          <a:p>
            <a:pPr>
              <a:spcAft>
                <a:spcPts val="1000"/>
              </a:spcAft>
              <a:defRPr sz="2000"/>
            </a:pPr>
            <a:r>
              <a:t>Future: role-based access, cloud database, analytics, audit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Reflex provides a controlled, traceable delivery workflow from creation to completion. Its key principle is that the system acts as the single source of truth for delivery status and rider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342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Abraham Josiah</dc:creator>
  <cp:keywords/>
  <dc:description>generated using python-pptx</dc:description>
  <cp:lastModifiedBy>Abraham Joseph</cp:lastModifiedBy>
  <cp:revision>1</cp:revision>
  <dcterms:created xsi:type="dcterms:W3CDTF">2013-01-27T09:14:16Z</dcterms:created>
  <dcterms:modified xsi:type="dcterms:W3CDTF">2026-08-29T10:34:45Z</dcterms:modified>
  <cp:category/>
</cp:coreProperties>
</file>